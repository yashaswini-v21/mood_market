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MoodMarket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Market Sentiment Intelligence Platform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FinBERT Sentiment</a:t>
            </a:r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  •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LSTM Price Prediction</a:t>
            </a:r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  •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Live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Team: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Sorcerers of Code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OSC AI Build 1.0 Hackathon |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32004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31520" y="1188720"/>
            <a:ext cx="73152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118872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of retail traders lose money due to emotional, not data-driven decisions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2011680"/>
            <a:ext cx="73152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01168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Bloomberg Terminal costs $20,000/year — completely inaccessible to students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834640"/>
            <a:ext cx="73152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83464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drives markets (GME, DOGE) but it's unprocessed noise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1520" y="3657600"/>
            <a:ext cx="7680960" cy="64008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31520" y="3657600"/>
            <a:ext cx="73152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Text 12"/>
          <p:cNvSpPr/>
          <p:nvPr/>
        </p:nvSpPr>
        <p:spPr>
          <a:xfrm>
            <a:off x="1005840" y="365760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C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free tool combines: sentiment analysis + ML prediction + real-time data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MoodMarket: The First Free AI-Powered Solution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32004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1097280" y="128016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sentiment analysis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Reddit, news, and Google Trends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FinBERT AI scoring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LSTM price prediction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live interactive dashboard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097280" y="256032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74320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Hype Storm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Detector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3474720" y="256032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74320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47472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MoodMap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Heatmap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852160" y="2560320"/>
            <a:ext cx="219456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743200"/>
            <a:ext cx="548640" cy="5486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852160" y="3383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LSTM Price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</a:rPr>
              <a:t>Prediction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28090"/>
                </a:solidFill>
              </a:rPr>
              <a:t>The market's mood — live, explainable, and predictive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109728" cy="100584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280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Data Ingestion (Every 15 min)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16459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Reddit (PRAW API)  •  News (NewsAPI)  •  Price Data (yfinance)  •  Google Trends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46888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31520" y="2468880"/>
            <a:ext cx="109728" cy="1005840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7432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45920" y="2560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AI/ML Processing Engine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645920" y="29260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FinBERT Sentiment Scoring  •  LSTM Price Prediction  •  Hype Storm Detection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31520" y="374904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31520" y="3749040"/>
            <a:ext cx="109728" cy="1005840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0233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840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Real-Time Dashboard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645920" y="42062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React + Tailwind UI  •  Interactive Charts  •  Firebase Notifications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Signature Features — The WOW Factor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28016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3258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Mood Index Dial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1783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Real-time per-ticker sentiment gauge from 0 (Extreme Fear) to 100 (Extreme Euphoria)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937760" y="1188720"/>
            <a:ext cx="3840480" cy="128016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371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0" y="13258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Hype Storm Alerts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120640" y="1783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Anomaly detection flags viral events BEFORE price reacts (3σ above 30-day mean)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2743200"/>
            <a:ext cx="3840480" cy="128016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260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MoodMap Heatmap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4400" y="3337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S&amp;P 500 treemap colored by sentiment — see entire market mood at a glance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937760" y="2743200"/>
            <a:ext cx="3840480" cy="128016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92608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715000" y="288036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Gemini Daily Briefing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120640" y="33375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AI-generated plain-English market summary personalized to your watchlist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28090"/>
                </a:solidFill>
              </a:rPr>
              <a:t>✨ Features that don't exist in ANY free product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Tech Stack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234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Frontend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74720" y="1280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React 18 • Tailwind CSS • Recharts • D3.js • Framer Motion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AI/ML Models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474720" y="21031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FinBERT (HuggingFace) • LSTM (PyTorch) • Z-score Anomaly Detection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260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880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Backend &amp; APIs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474720" y="2926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FastAPI • Celery + Redis • PostgreSQL (TimescaleDB) • Gemini 1.5 Flash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731520" y="3657600"/>
            <a:ext cx="7680960" cy="640080"/>
          </a:xfrm>
          <a:prstGeom prst="rect">
            <a:avLst/>
          </a:prstGeom>
          <a:solidFill>
            <a:srgbClr val="028090">
              <a:alpha val="85000"/>
            </a:srgbClr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</a:rPr>
              <a:t>Data Sources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3474720" y="3749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PRAW (Reddit) • NewsAPI • yfinance • pytrends • Alpha Vantage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AI/ML Models — Technical Depth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FinBERT Sentiment Classifier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Pre-trained on 1.8B words of financial text (Reuters, Bloomberg, SEC filings)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Fine-tuned on Financial PhraseBank dataset for 3-class sentiment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Understands finance-specific language: 'tanked', 'bull', 'short' have domain meaning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Output: Sentiment score -1.0 (negative) to +1.0 (positive)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7680960" cy="100584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560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LSTM Price Direction Predictor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2-layer LSTM (128 hidden units) trained on 3 years of historical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Input: 48 time steps (12 hours) of sentiment + price + volume + RSI + trends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Output: Probability of price UP in next hour (61% directional accuracy)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Walk-forward validation prevents data leakage — mimics real-world deployment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657600"/>
            <a:ext cx="7680960" cy="822960"/>
          </a:xfrm>
          <a:prstGeom prst="rect">
            <a:avLst/>
          </a:prstGeom>
          <a:solidFill>
            <a:srgbClr val="F96167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</a:rPr>
              <a:t>Hype Storm Anomaly Detector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Z-score based detection: flags when mention volume exceeds mean + 3σ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F3C7E"/>
                </a:solidFill>
              </a:rPr>
              <a:t>• Catches viral events BEFORE price reacts (GME 2021, DOGE Elon tweet, FTX collapse)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Nothing Like This Exists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Bloomberg Terminal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•  Has: Data  •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Lacks: Free Access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  •  $20k/year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03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StockTwits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•  Has: Social Sentiment  •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Lacks: ML Analysis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  •  Basic only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7680960" cy="6400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926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Reddit WSB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 •  Has: Raw Sentiment  •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Lacks: Processing</a:t>
            </a:r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  •  Noise, not signal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749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MoodMarket</a:t>
            </a:r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</a:rPr>
              <a:t>  •  Has: All Three  •  </a:t>
            </a:r>
            <a:pPr indent="0" marL="0">
              <a:buNone/>
            </a:pPr>
            <a:r>
              <a:rPr lang="en-US" sz="1300" dirty="0">
                <a:solidFill>
                  <a:srgbClr val="F96167"/>
                </a:solidFill>
              </a:rPr>
              <a:t>✅ Complete</a:t>
            </a:r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</a:rPr>
              <a:t>  •  FREE ✨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Benefits from MoodMarket?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11887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132588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Finance Students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1783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Study sentiment-price correlations with live, academic-grade 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657600" cy="11887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32120" y="13258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Retail Investors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937760" y="1783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Gauge crowd mood before making trades — avoid emotional decisions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2651760"/>
            <a:ext cx="3840480" cy="11887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346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27889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ML Researchers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14400" y="32461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Benchmark sentiment analysis models on real financial time-series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2651760"/>
            <a:ext cx="3657600" cy="11887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8346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532120" y="27889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Journalists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937760" y="32461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</a:rPr>
              <a:t>Track market mood during breaking events with historical context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1828800" y="4114800"/>
            <a:ext cx="54864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4"/>
          <p:cNvSpPr/>
          <p:nvPr/>
        </p:nvSpPr>
        <p:spPr>
          <a:xfrm>
            <a:off x="1828800" y="4114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</a:rPr>
              <a:t>Making professional-grade sentiment intelligence accessible to everyone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28016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Phase 2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  •  </a:t>
            </a:r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Twitter/X integration with influencer tracking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1520" y="205740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488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05740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Phase 2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  •  </a:t>
            </a:r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Multi-asset support: crypto, commodities, forex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26080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283464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Phase 3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  •  </a:t>
            </a:r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Mobile app for real-time push notifications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731520" y="361188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0332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361188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</a:rPr>
              <a:t>Phase 3</a:t>
            </a:r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</a:rPr>
              <a:t>  •  </a:t>
            </a:r>
            <a:pPr indent="0" marL="0">
              <a:buNone/>
            </a:pPr>
            <a:r>
              <a:rPr lang="en-US" sz="1400" dirty="0">
                <a:solidFill>
                  <a:srgbClr val="2F3C7E"/>
                </a:solidFill>
              </a:rPr>
              <a:t>Portfolio optimization using sentiment signals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solidFill>
            <a:srgbClr val="028090">
              <a:alpha val="8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1371600" y="41148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2761"/>
                </a:solidFill>
              </a:rPr>
              <a:t>Vision: Become the go-to platform for retail sentiment intelligence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MoodMarket</a:t>
            </a:r>
            <a:endParaRPr lang="en-US" sz="5600" dirty="0"/>
          </a:p>
        </p:txBody>
      </p:sp>
      <p:sp>
        <p:nvSpPr>
          <p:cNvPr id="4" name="Text 1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</a:rPr>
              <a:t>The market's mood — live, explainable, and predictive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1828800" y="3200400"/>
            <a:ext cx="5486400" cy="91440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2011680" y="32918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✓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FinBERT + LSTM + Live Data Pipeline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✓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Features that don't exist in any free tool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✓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61% prediction accuracy (above 50% baseline)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Team: 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Sorcerers of Code</a:t>
            </a:r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  | 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Solo Developer: Yashaswini V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</a:rPr>
              <a:t>OSC AI Build 1.0 Hackathon | HackCulture |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MoodMarket - AI-Powered Market Sentiment Intelligence</dc:title>
  <dc:subject>PptxGenJS Presentation</dc:subject>
  <dc:creator>Yashaswini V | Sorcerers of Code</dc:creator>
  <cp:lastModifiedBy>Yashaswini V | Sorcerers of Code</cp:lastModifiedBy>
  <cp:revision>1</cp:revision>
  <dcterms:created xsi:type="dcterms:W3CDTF">2026-04-02T08:06:37Z</dcterms:created>
  <dcterms:modified xsi:type="dcterms:W3CDTF">2026-04-02T08:06:37Z</dcterms:modified>
</cp:coreProperties>
</file>